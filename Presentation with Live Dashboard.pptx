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7"/>
  </p:normalViewPr>
  <p:slideViewPr>
    <p:cSldViewPr snapToGrid="0">
      <p:cViewPr varScale="1">
        <p:scale>
          <a:sx n="110" d="100"/>
          <a:sy n="110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DA698-5138-2540-96F4-6ECFB02825E5}" type="datetimeFigureOut">
              <a:rPr lang="en-US" smtClean="0"/>
              <a:t>4/13/25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B9747-E99B-0D4A-87CD-359151FF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2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B9747-E99B-0D4A-87CD-359151FF32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70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B9747-E99B-0D4A-87CD-359151FF32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51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DF76-5FC8-7E24-15BF-26E618BB1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F6BA5-785C-17B7-7264-13105C9BE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BE216-7D2E-85F9-E110-AB49A31F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AA0DC-E479-D29F-178E-2A08B230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02C10-D770-6DDE-68F8-F1D40CE7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1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1699-A0E7-5F7A-2C3E-8740558C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5D315-F369-BC82-4E33-684C5B201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FDA79-2FCF-4281-7962-BAF87346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3B12A-D00C-A13A-0DB3-B09B785F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A3517-D0D6-5CDF-59AE-4F0A0381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5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B6AB-7824-44C5-3FD2-7D30C191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E07F9-9DBA-5BAE-B1F1-5CFEB0C2D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B78F-260F-DD78-8B16-48C93CBE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0EC2A-AC2E-DBE3-BAB8-AFB582D9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421D4-DE3B-4356-5F35-C48C46B4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31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0655-01FB-B853-5A9D-A2A9AFC32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CBBF9-E290-45A2-7F5B-24D2847D1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0F27C-19F7-F2B0-E1DB-330E6C00B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AB1E2-13FA-2B7E-0118-F717BDE2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84529-F090-0DDE-8E02-4C8C9161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E0B8-D060-3CAC-2C88-F3AE0583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2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B323-B2B0-7032-0C1A-CE68BA07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7E5A2-2F9E-95AB-D2EE-666B8A5C7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18BC7-139C-FC25-616B-D323D1728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31DD2-A179-C426-4FA0-B7F2E69DE3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D8EF3-1C7D-9B1B-7804-7DBF6F645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D6A4B-EA65-D29E-0E7C-08C10683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DCA4F-A954-FC49-1AAC-DCADE789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1B6D5-6372-76DB-2815-F3EA4DA2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0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08CA-8A08-B3EE-D80E-254DAD29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D8427-5861-34A5-229A-4392BFCF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0714B-0C3E-3E07-2580-160AA0E34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304DC-6614-7AFA-6B1D-C00C8506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6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9A3B0-67D2-7B32-AD04-0429D47F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E0047-22DB-C1FD-0AED-CDAF8D94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4FCB4-EE83-10B5-6A02-732A0B4B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0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A6AB-94E2-5335-703D-5C077348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1FA0-AC17-DBF2-4389-3E6C80080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88060-4B87-FBCA-7CC4-E590B964D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5E95C-EC1F-B761-B37C-ABF233E9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E9F02-C2DD-3458-92AB-A627A6A1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AA12D-5778-6673-4E8C-BE7232E9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2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544F-2424-EF90-A89C-8244BC38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A4A26-CBEF-5A21-9AD2-C6B86E2EA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5E4F0-4859-BC85-CF8E-9B72743EE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F6A8F-0C83-5373-04DD-2DFECC00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623E5-EF85-4B6B-BC9B-D09029F5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B9DCE-35B8-365A-A7B7-D46921A7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5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D4F1-0582-97F9-CCC2-0A949449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9E770-6907-9399-D03E-90880E6F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3C20C-0768-4B46-F75A-8E0314D8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82E60-B31F-C2B3-D531-5663FABC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41D3-4865-88F1-2E65-6859F7FC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98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C962B-6774-06AD-2A79-011D4E511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2B443-5541-14EE-56C0-204C4C65F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D4736-1BD3-5489-BBA6-C1DBBBDC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9FFF-D3CD-F4A7-333C-E70A08108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40F78-590A-26E5-60E1-42AF1065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0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C8199-4228-1686-484B-CFD0BA89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7B351-8531-B856-CED9-D93A2C789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4D01C-6CFA-C8DF-33EB-F0BE17BF4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4E82B-FE24-0346-8E24-C3AB701B639A}" type="datetimeFigureOut">
              <a:rPr lang="en-US" smtClean="0"/>
              <a:t>4/13/25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7AE40-EE21-E7AF-92DE-73CC7437B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339B-A67C-EA86-A9A5-DCB908C32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5832F-BB8D-C044-BDB5-FB2A11F1BE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8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jeepersmedia/13990434085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walmart store&#10;&#10;AI-generated content may be incorrect.">
            <a:extLst>
              <a:ext uri="{FF2B5EF4-FFF2-40B4-BE49-F238E27FC236}">
                <a16:creationId xmlns:a16="http://schemas.microsoft.com/office/drawing/2014/main" id="{98F0B8B3-793A-ED0A-4394-173C2D728C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221442"/>
            <a:ext cx="12192000" cy="7300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25F00B-312E-DBA7-DDB1-8E377BBBC9EF}"/>
              </a:ext>
            </a:extLst>
          </p:cNvPr>
          <p:cNvSpPr txBox="1"/>
          <p:nvPr/>
        </p:nvSpPr>
        <p:spPr>
          <a:xfrm>
            <a:off x="6667018" y="243068"/>
            <a:ext cx="506971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Retail Analytics: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Walmart Business Intelligence Project Using Power BI</a:t>
            </a:r>
          </a:p>
        </p:txBody>
      </p:sp>
    </p:spTree>
    <p:extLst>
      <p:ext uri="{BB962C8B-B14F-4D97-AF65-F5344CB8AC3E}">
        <p14:creationId xmlns:p14="http://schemas.microsoft.com/office/powerpoint/2010/main" val="158727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922 -0.29705" pathEditMode="relative" ptsTypes="AA">
                                      <p:cBhvr>
                                        <p:cTn id="6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-0.24922 -0.29705 L 0 0" pathEditMode="relative" ptsTypes="AA">
                                      <p:cBhvr>
                                        <p:cTn id="11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3" dur="30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1917-6BEB-4E4B-C1DC-611E3E0DBC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Walmart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B9603-992B-E7F8-849F-9B02437571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E78D3813-5C2A-B201-AE5B-1E911D4B2BB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-190500"/>
              <a:ext cx="12192000" cy="7239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E78D3813-5C2A-B201-AE5B-1E911D4B2B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0" y="-190500"/>
                <a:ext cx="12192000" cy="723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262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EE328CBB-0259-9144-7A5E-23528BC5804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-190500"/>
              <a:ext cx="12192000" cy="7239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EE328CBB-0259-9144-7A5E-23528BC580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0" y="-190500"/>
                <a:ext cx="12192000" cy="723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15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E7AF47FB-8432-C1AB-7B4B-F818B0EFCDB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-190500"/>
              <a:ext cx="12192000" cy="7239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E7AF47FB-8432-C1AB-7B4B-F818B0EFCDB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0" y="-190500"/>
                <a:ext cx="12192000" cy="723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185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BD0073CF-9ABB-0847-8BE6-26615502A81A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reportUrl" value="&quot;/groups/b2f83a37-dd7c-4f7f-9435-c18e74b00e89/reports/58480a84-9247-4ae8-9c0d-2c6c5cd67131/03cdfca74c967a27a031?bookmarkGuid=e29bb96f-561e-448e-92b6-e9e0ac34a89c&amp;bookmarkUsage=1&amp;ctid=e202cd47-7a56-4baa-99e3-e3b71a7c77dd&amp;fromEntryPoint=export&quot;"/>
    <we:property name="reportName" value="&quot;Walmart Sales Analysis&quot;"/>
    <we:property name="reportState" value="&quot;CONNECTED&quot;"/>
    <we:property name="embedUrl" value="&quot;/reportEmbed?reportId=58480a84-9247-4ae8-9c0d-2c6c5cd67131&amp;config=eyJjbHVzdGVyVXJsIjoiaHR0cHM6Ly9XQUJJLVVTLU5PUlRILUNFTlRSQUwtRy1QUklNQVJZLXJlZGlyZWN0LmFuYWx5c2lzLndpbmRvd3MubmV0IiwiZW1iZWRGZWF0dXJlcyI6eyJ1c2FnZU1ldHJpY3NWTmV4dCI6dHJ1ZX19&amp;disableSensitivityBanner=true&amp;storytellingChangeViewModeShortcutKeys=true&quot;"/>
    <we:property name="pageName" value="&quot;03cdfca74c967a27a031&quot;"/>
    <we:property name="pageDisplayName" value="&quot;Sales Analysis&quot;"/>
    <we:property name="datasetId" value="&quot;11b74788-16d3-4547-9321-bc1f5954cde6&quot;"/>
    <we:property name="backgroundColor" value="&quot;#FFFFFF&quot;"/>
    <we:property name="bookmark" value="&quot;H4sIAAAAAAAAA+1ZWVMbORD+K9S85MVQo7mHN3NsdgtIWKDY2tpKUT1Sj5kgj7waDcFL8d+3pbEJBnMsx8aJw5NHLam/bn19SFx6ompGEsYfYIjeureh1NkQ9NkK83pePRn7+HFnr3+wc/Khv7dNw2pkKlU33vqlZ0AP0BxXTQvS7kCDf33qeSDlPgzsVwmywZ43Qt2oGmT1D3aTSWR0i1c9Dy9GUmmwWx4aMGi3Pafp9E262VpIGoGb6hwPkZtu1A+5KDmkEc+TFIIU/NDiLStpaKXdoRhvX4w0obmcWpEkZYHcj4M4TwULooz7Ka0x45GVbpLmgdIVB+k5TBqbDsKlt6lkO3S/tmfGD1WrOR5g6US1qcyYdvoDJDnQrByCxGZlCww0aLwrsnRfK/KDm9Qf4MrJe63akZOcqi+bGgmC8NbZVe8aM5SpzwomEHkc5SwMAprxrTBP1I0fRFxAyTGKg4z5ZQFJlJG3vxni91gL1HPwfqKRpmOTY8tcPlkeOq5uqtpAVU+YFRZFztKQ5vuRDyFCnod2fD75Job3xTnU3B3erNV7CE2r8VXNPnJBeXJAMVUP7ljv29N6DFZ/MNA4ADP53H5zbrWNUUPUN0H/0taTeGfPsuEtXLsHF9WwHd7vW8csEslJnvvKoqMO7gDaAdokWnwmAlq60AqliacbY8eYrUpP81zQu4V84Y6F7KWh0Gc8TRIEkccQQQrgx88Pif/byN/qc1VxPOkPVVubWzb6zzhiDlp8Lyf8mPHdASecKhAWPs9YwjBJwih6/IAXp6QuZMp7ddpJKlGbp6T3x+HetPOjRZ9vlOvrTsRa9NZUogAgqchTFqeCQ+zn1IVhkKH//BT3a4UaND8d7+I5yrvYr+V3RVOYx6Crrml2dr7c/skF4Hpfb8YlW7Yzt9NuQHODK18HrHhikPcnwt3GaznisDHAz1D0acl/CUd2OxyXhiRPi/OlcUeXcPIiKlLmsywWaUSVtyjSbNFK7r03wuUIdC6pPUaNogP7s/a+Mqe6QMhilmYhj+MyEGXCeCQY/Ky8L6i8DyWJH989v7ekZc6j0FMKu6SI0TMR7tHleOBsFITYMXDUYauwkyvhxOgIeuntVqS82/sYZGu3fbcBTcXf2UI4uW7NDTw3vVm2UugICnUzfR3uHKCVdL+mTqFkJe3KTvp3i3pMyN2MuYjXrOq1a6xrs0jWnHbas2oowUkYNZYg9rmahgQ6X+zguHlGCtxVFHVW2xEUEk8KSDNWlMUq4+ivRnEcrRYRL1cTKONE0D0jjoPbCXLqGgtvv6rrKTYb4S+2fBod9xg/q5AmaaWMNXDqlilJ61bKCZn9LEkhD1mShkGSCchZhIvWyNzzUPw95YS39MqkI8Uo52FRxFgIlnKGKcsX7SAf6EiX+ijvdFUQlGHk+zwNI+Ai8EVWLtz14sEXvaU+zjkPVKyIIcxj2ypHaYRJnglhN37QRwYvTKEuZi8t7m++21RrmhFw3Ica57jPlWqB4hEXuv8Je04JoamoED51QWfs1b9CeG04tR4AAA==&quot;"/>
    <we:property name="initialStateBookmark" value="&quot;H4sIAAAAAAAAA+1ZWVMbORD+K9S85MVQo7mHN3NsdgtIWKDY2tpKUT1Sj5kgj7waDcFL8d+3pbEJBnMsx8aJw5NHLam/bn19SFx6ompGEsYfYIjeureh1NkQ9NkK83pePRn7+HFnr3+wc/Khv7dNw2pkKlU33vqlZ0AP0BxXTQvS7kCDf33qeSDlPgzsVwmywZ43Qt2oGmT1D3aTSWR0i1c9Dy9GUmmwWx4aMGi3Pafp9E262VpIGoGb6hwPkZtu1A+5KDmkEc+TFIIU/NDiLStpaKXdoRhvX4w0obmcWpEkZYHcj4M4TwULooz7Ka0x45GVbpLmgdIVB+k5TBqbDsKlt6lkO3S/tmfGD1WrOR5g6US1qcyYdvoDJDnQrByCxGZlCww0aLwrsnRfK/KDm9Qf4MrJe63akZOcqi+bGgmC8NbZVe8aM5SpzwomEHkc5SwMAprxrTBP1I0fRFxAyTGKg4z5ZQFJlJG3vxni91gL1HPwfqKRpmOTY8tcPlkeOq5uqtpAVU+YFRZFztKQ5vuRDyFCnod2fD75Job3xTnU3B3erNV7CE2r8VXNPnJBeXJAMVUP7ljv29N6DFZ/MNA4ADP53H5zbrWNUUPUN0H/0taTeGfPsuEtXLsHF9WwHd7vW8csEslJnvvKoqMO7gDaAdokWnwmAlq60AqliacbY8eYrUpP81zQu4V84Y6F7KWh0Gc8TRIEkccQQQrgx88Pif/byN/qc1VxPOkPVVubWzb6zzhiDlp8Lyf8mPHdASecKhAWPs9YwjBJwih6/IAXp6QuZMp7ddpJKlGbp6T3x+HetPOjRZ9vlOvrTsRa9NZUogAgqchTFqeCQ+zn1IVhkKH//BT3a4UaND8d7+I5yrvYr+V3RVOYx6Crrml2dr7c/skF4Hpfb8YlW7Yzt9NuQHODK18HrHhikPcnwt3GaznisDHAz1D0acl/CUd2OxyXhiRPi/OlcUeXcPIiKlLmsywWaUSVtyjSbNFK7r03wuUIdC6pPUaNogP7s/a+Mqe6QMhilmYhj+MyEGXCeCQY/Ky8L6i8DyWJH989v7ekZc6j0FMKu6SI0TMR7tHleOBsFITYMXDUYauwkyvhxOgIeuntVqS82/sYZGu3fbcBTcXf2UI4uW7NDTw3vVm2UugICnUzfR3uHKCVdL+mTqFkJe3KTvp3i3pMyN2MuYjXrOq1a6xrs0jWnHbas2oowUkYNZYg9rmahgQ6X+zguHlGCtxVFHVW2xEUEk8KSDNWlMUq4+ivRnEcrRYRL1cTKONE0D0jjoPbCXLqGgtvv6rrKTYb4S+2fBod9xg/q5AmaaWMNXDqlilJ61bKCZn9LEkhD1mShkGSCchZhIvWyNzzUPw95YS39MqkI8Uo52FRxFgIlnKGKcsX7SAf6EiX+ijvdFUQlGHk+zwNI+Ai8EVWLtz14sEXvaU+zjkPVKyIIcxj2ypHaYRJnglhN37QRwYvTKEuZi8t7m++21RrmhFw3Ica57jPlWqB4hEXuv8Je04JoamoED51QWfs1b9CeG04tR4AAA==&quot;"/>
    <we:property name="isFiltersActionButtonVisible" value="false"/>
    <we:property name="isVisualContainerHeaderHidden" value="false"/>
    <we:property name="reportEmbeddedTime" value="&quot;2025-04-14T01:00:50.929Z&quot;"/>
    <we:property name="creatorTenantId" value="&quot;e202cd47-7a56-4baa-99e3-e3b71a7c77dd&quot;"/>
    <we:property name="creatorUserId" value="&quot;10032002729DFBEB&quot;"/>
    <we:property name="creatorSessionId" value="&quot;441d8255-0452-4c43-840c-d5cfbc194610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E0DD377-2F8C-2344-B356-0E7214F0FC8B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reportUrl" value="&quot;/groups/b2f83a37-dd7c-4f7f-9435-c18e74b00e89/reports/58480a84-9247-4ae8-9c0d-2c6c5cd67131/7a4531b7926e03934e33?bookmarkGuid=0fa0c880-643c-40ca-8989-29339a37d717&amp;bookmarkUsage=1&amp;ctid=e202cd47-7a56-4baa-99e3-e3b71a7c77dd&amp;fromEntryPoint=export&quot;"/>
    <we:property name="reportName" value="&quot;Walmart Sales Analysis&quot;"/>
    <we:property name="reportState" value="&quot;CONNECTED&quot;"/>
    <we:property name="embedUrl" value="&quot;/reportEmbed?reportId=58480a84-9247-4ae8-9c0d-2c6c5cd67131&amp;config=eyJjbHVzdGVyVXJsIjoiaHR0cHM6Ly9XQUJJLVVTLU5PUlRILUNFTlRSQUwtRy1QUklNQVJZLXJlZGlyZWN0LmFuYWx5c2lzLndpbmRvd3MubmV0IiwiZW1iZWRGZWF0dXJlcyI6eyJ1c2FnZU1ldHJpY3NWTmV4dCI6dHJ1ZX19&amp;disableSensitivityBanner=true&amp;storytellingChangeViewModeShortcutKeys=true&quot;"/>
    <we:property name="pageName" value="&quot;7a4531b7926e03934e33&quot;"/>
    <we:property name="pageDisplayName" value="&quot;Customer Analysis&quot;"/>
    <we:property name="datasetId" value="&quot;11b74788-16d3-4547-9321-bc1f5954cde6&quot;"/>
    <we:property name="backgroundColor" value="&quot;#FFFFFF&quot;"/>
    <we:property name="bookmark" value="&quot;H4sIAAAAAAAAA+VYbW/bNhD+K4G+9IsT6I16yTfnZV2RtM2aIsMwGMGROjpqaVGjqKxe4P8+kpLSOLG9oUEWJ/tgQLoj7567e+4o88YryqYWMP8AM/T2vQMpv85Afd0JvJFX9bKPH0/ejz+dXH4Yvz82YlnrUlaNt3/jaVBT1Bdl04KwFozw98nIAyHOYGrfOIgGR16NqpEViPIv7BYblVYtLkYefquFVGBNnmvQaM1em+Xm3fgO9iLjEZgur/Ecme6kKcQkCmiahwn6UR7FGNllvBTa7LQW6Pz4W60MmpshiiThFJlPQpKnRRDGGfNTs0fPa6s9NJ6nUpUMhOcwKWw6CDfeoRTtzD0dL8nPZasYfkLuVJUu9dxY+hWESaDeOQeBzc4RaGhQewsT6ZmSJg9u0XiKO5dvlWxrp7mSfx4qNBAKbz9YjG4xA0/9gAYFIiNxHkRhaFY8F+be3XwjYgqcYUzCLPA5hSTOTLafDfFbrApUK/BOjKTp2OTYspJPloeOq4ey0lBWPbNSmic890kehIxlUUwzoFa+mnxbFbhvC9UjGhfXUDFHp2U44+lU4RR0/3r81FjfVdeyZHg5nsm26rQ/tVXf6f6mELanZ/2OUWU1Ff18+86ezx1YrRBnUNvxSb8Y6lmimD1SmUIdzB1Xjko1TLhwdA/3tlVlMRmmstn05U4rdQmy4TwlrycLqwlpkqYJEp8kEGfUTyln29aKa6fmVjfju6N7JSc/QPlCVq0+vDJOXxrrV4W/lvG3FX4i0t9hUEf7IOOEmJ/Ps5iZj4OQBeG20f4lnUD3BvvjSF+X+KIovyn4Z6P8vTnPkcQ0LLDIfApRkAHJ4hdD+H9kTCPMyFFLfPFmaP5X2YfCeHNR1Z2rEju9LJwaXdA33mlpEtHZvgDRWrNvDqAp2RuDaOHyuKaUbnnzHxUyJjEGWRZxH/wEMyziKN+2Qm44sP/XpXxwDBFOiozHnGCaF8CCvKDRthXzcd/sr7mcS5npCoqQhr4f8aIgQR6lHPLO8MaCrj3Ffy5N3IpdzU/xGsVD7Lf6h6oB5gWosrsYcnE+Pv7+kuvWrreUkiN7+2SX3YHmhDvfBVbdB+T9hrD5C2cT2V9/en5pjZcXfiS+/ir1JJ50N7FQNcM9bJcAJYV7GpJivgiF3dlp/2hRzQ1yt2Il4j3reu8W694ykj3n3dgsGzPiBNSNJYi9GDaiAl0uTnD+I0PwVJqus94+AxV4SSHNAsrpbsDQ340JiXdpzPhuApwkRRgiIeH9ETmkxsI7K6tqwGY7/NGRD92xJvhlh2aRklLbAIe0DCStWiG6AW7Rr+oX2eqmBoZnUOGKvnFVL6yrjb3jLvI958S0amly+m839Oj+Bh8zpOBqGAAA&quot;"/>
    <we:property name="initialStateBookmark" value="&quot;H4sIAAAAAAAAA+VYbW/bNhD+K4G+9IsT6I16yTfnZV2RtM2aIsMwGMGROjpqaVGjqKxe4P8+kpLSOLG9oUEWJ/tgQLoj7567e+4o88YryqYWMP8AM/T2vQMpv85Afd0JvJFX9bKPH0/ejz+dXH4Yvz82YlnrUlaNt3/jaVBT1Bdl04KwFozw98nIAyHOYGrfOIgGR16NqpEViPIv7BYblVYtLkYefquFVGBNnmvQaM1em+Xm3fgO9iLjEZgur/Ecme6kKcQkCmiahwn6UR7FGNllvBTa7LQW6Pz4W60MmpshiiThFJlPQpKnRRDGGfNTs0fPa6s9NJ6nUpUMhOcwKWw6CDfeoRTtzD0dL8nPZasYfkLuVJUu9dxY+hWESaDeOQeBzc4RaGhQewsT6ZmSJg9u0XiKO5dvlWxrp7mSfx4qNBAKbz9YjG4xA0/9gAYFIiNxHkRhaFY8F+be3XwjYgqcYUzCLPA5hSTOTLafDfFbrApUK/BOjKTp2OTYspJPloeOq4ey0lBWPbNSmic890kehIxlUUwzoFa+mnxbFbhvC9UjGhfXUDFHp2U44+lU4RR0/3r81FjfVdeyZHg5nsm26rQ/tVXf6f6mELanZ/2OUWU1Ff18+86ezx1YrRBnUNvxSb8Y6lmimD1SmUIdzB1Xjko1TLhwdA/3tlVlMRmmstn05U4rdQmy4TwlrycLqwlpkqYJEp8kEGfUTyln29aKa6fmVjfju6N7JSc/QPlCVq0+vDJOXxrrV4W/lvG3FX4i0t9hUEf7IOOEmJ/Ps5iZj4OQBeG20f4lnUD3BvvjSF+X+KIovyn4Z6P8vTnPkcQ0LLDIfApRkAHJ4hdD+H9kTCPMyFFLfPFmaP5X2YfCeHNR1Z2rEju9LJwaXdA33mlpEtHZvgDRWrNvDqAp2RuDaOHyuKaUbnnzHxUyJjEGWRZxH/wEMyziKN+2Qm44sP/XpXxwDBFOiozHnGCaF8CCvKDRthXzcd/sr7mcS5npCoqQhr4f8aIgQR6lHPLO8MaCrj3Ffy5N3IpdzU/xGsVD7Lf6h6oB5gWosrsYcnE+Pv7+kuvWrreUkiN7+2SX3YHmhDvfBVbdB+T9hrD5C2cT2V9/en5pjZcXfiS+/ir1JJ50N7FQNcM9bJcAJYV7GpJivgiF3dlp/2hRzQ1yt2Il4j3reu8W694ykj3n3dgsGzPiBNSNJYi9GDaiAl0uTnD+I0PwVJqus94+AxV4SSHNAsrpbsDQ340JiXdpzPhuApwkRRgiIeH9ETmkxsI7K6tqwGY7/NGRD92xJvhlh2aRklLbAIe0DCStWiG6AW7Rr+oX2eqmBoZnUOGKvnFVL6yrjb3jLvI958S0amly+m839Oj+Bh8zpOBqGAAA&quot;"/>
    <we:property name="isFiltersActionButtonVisible" value="false"/>
    <we:property name="isVisualContainerHeaderHidden" value="false"/>
    <we:property name="reportEmbeddedTime" value="&quot;2025-04-14T01:01:26.690Z&quot;"/>
    <we:property name="creatorTenantId" value="&quot;e202cd47-7a56-4baa-99e3-e3b71a7c77dd&quot;"/>
    <we:property name="creatorUserId" value="&quot;10032002729DFBEB&quot;"/>
    <we:property name="creatorSessionId" value="&quot;4cf1a7bf-a585-4491-9f67-c29e4509121b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F4B48C84-C118-4341-A9AB-933030A4E05B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reportUrl" value="&quot;/groups/b2f83a37-dd7c-4f7f-9435-c18e74b00e89/reports/58480a84-9247-4ae8-9c0d-2c6c5cd67131/efe38e4521d8c791dc05?bookmarkGuid=d6d37ec0-9b93-4b2d-b463-472f63b4bce8&amp;bookmarkUsage=1&amp;ctid=e202cd47-7a56-4baa-99e3-e3b71a7c77dd&amp;fromEntryPoint=export&quot;"/>
    <we:property name="reportName" value="&quot;Walmart Sales Analysis&quot;"/>
    <we:property name="reportState" value="&quot;CONNECTED&quot;"/>
    <we:property name="embedUrl" value="&quot;/reportEmbed?reportId=58480a84-9247-4ae8-9c0d-2c6c5cd67131&amp;config=eyJjbHVzdGVyVXJsIjoiaHR0cHM6Ly9XQUJJLVVTLU5PUlRILUNFTlRSQUwtRy1QUklNQVJZLXJlZGlyZWN0LmFuYWx5c2lzLndpbmRvd3MubmV0IiwiZW1iZWRGZWF0dXJlcyI6eyJ1c2FnZU1ldHJpY3NWTmV4dCI6dHJ1ZX19&amp;disableSensitivityBanner=true&amp;storytellingChangeViewModeShortcutKeys=true&quot;"/>
    <we:property name="pageName" value="&quot;efe38e4521d8c791dc05&quot;"/>
    <we:property name="pageDisplayName" value="&quot;Branch Analysis&quot;"/>
    <we:property name="datasetId" value="&quot;11b74788-16d3-4547-9321-bc1f5954cde6&quot;"/>
    <we:property name="backgroundColor" value="&quot;#FFFFFF&quot;"/>
    <we:property name="bookmark" value="&quot;H4sIAAAAAAAAA+1ZXVPbOhD9K4xe+hIYf3/wFgLtZaBAoUPnzh2GkaV1cKtYvrJNm8vkv9+VbKckTSBQpgWaPNmSvHt29+yRHN8QnpWFoOMjOgKyTXak/DKi6suGTXokb8eOjw/e908PLo/67/dwWBZVJvOSbN+QiqohVOdZWVOhLeDgPxc9QoU4oUN9l1JRQo8UoEqZU5H9B81inKpUDZMegW+FkIpqk2cVrUCbvcbleI++7S0XPVJWZddwBqxqRiEFNwLPd2wesTC2ObN8XJZmosIntYVkvPetUIjmposiCNIEcJ3jxyG3HS9iVojPVONCzw7Q81CqjFFBDCYFZQPhhgykqEfmam9m/EzWisEppGYqr7JqjJY+UYEJrDbOqIByY5dWtISKTDDSEyUxD2ZRfwgbl++UrAszcyW/DhQgBE627UlvipmmoWUnNgdgvhfbruPgit+FuXU3vhNxQlOmCxPZVprQwIsw278N8TvIOagFeC9wpGzYZNiykE+ah4arA5lXNMtbZvkWJHbgAk8oi4KYuYEb6PHF5GsD/yiLoylB9ZLzjuFOj7xVcmQWtz1Y1sm/NWCie/Op6Cbw+kN3cZelr9rE3SnrkY8GojXBvj0DgVkxFlYqR3NjHM2lfkfRnF0RHGyhpBkITrSTY4VF2RkbL7uZ6pramY+2PxwqGNKqvd17OFuWw9vPr2XG4LI/knXe8OZtnbdIrMlE48SakW1/oueaFDma54/M7KcrUNAmNudZF9T+XAjlU+beBEETAcufnVJton8Xk1/QlFN0s01p6eS23dLn17jGSB08MSUehvU+msyHYHQly4ei3eW+a0hDBcJEXaICAG/ADq4Qgt5Rk8/YBlo70ID8Zf3xtMnQdGs2anzo8y11nW4cK3P7kYy6MM3KLNzifc93KY0DGntp4oZrgX5hAj3APpEjUJenaD8fzrHNXiv0WqFX48mDJVrgSe9F6fJKrfIchBnsNA7tNExdN7BCz/fjNF4L8wsT5u4UsL87RzR/rclrTb6XIq9fju9rkOegxDZnjCV+5FCLpZxD6trOvUr8PP68WYEypcD8qxm+ENwfh6ajOXozURWNqwyaecnNNJigb8hhholobJ9TUWuzb3ZombE3XdNPlpTSLH+AIj0yK00hLc/yHeqzIIz8MPEdJ46t51bIpf8b/uGlvJWXppiez9yQJ47DXO7z2E8S231uxbzjj+s/vJwzmWkK6tiOxW3PjXjCo4DGjhvcf+Bduo3/lWHcil2ND+EaxI/Yp/M/TnUwz6nKmi8t7VHmZ+Nvz3VTu2QmJbv6c45edguaGdz4PqCn24DI30AXCX5vJbK//vR8qNHLC98SX3+VWhK3bwU0L7sPm00ClBTmqksKngiFfrKZNa8ViNysWIh4S7vemmLdmkWyZbyjzaxEiRO0KDVB9JdWHOJgcnEA48eI4KHErtPezMvRZULDyE7SZNNmYG3iy7y3mXgs3Qxo6gfcccD3nXmJ7FKj4Z1ked5h0x3+05F33bEk+FmHuEhJWekAu7R0JM1rIRoB1+gX9Yusq7KgDE5oDgv6xlSda1d39o75Mk6ME2zVrH3hXOWBFt3/nc+9M7sfAAA=&quot;"/>
    <we:property name="initialStateBookmark" value="&quot;H4sIAAAAAAAAA+1ZXVPbOhD9K4xe+hIYf3/wFgLtZaBAoUPnzh2GkaV1cKtYvrJNm8vkv9+VbKckTSBQpgWaPNmSvHt29+yRHN8QnpWFoOMjOgKyTXak/DKi6suGTXokb8eOjw/e908PLo/67/dwWBZVJvOSbN+QiqohVOdZWVOhLeDgPxc9QoU4oUN9l1JRQo8UoEqZU5H9B81inKpUDZMegW+FkIpqk2cVrUCbvcbleI++7S0XPVJWZddwBqxqRiEFNwLPd2wesTC2ObN8XJZmosIntYVkvPetUIjmposiCNIEcJ3jxyG3HS9iVojPVONCzw7Q81CqjFFBDCYFZQPhhgykqEfmam9m/EzWisEppGYqr7JqjJY+UYEJrDbOqIByY5dWtISKTDDSEyUxD2ZRfwgbl++UrAszcyW/DhQgBE627UlvipmmoWUnNgdgvhfbruPgit+FuXU3vhNxQlOmCxPZVprQwIsw278N8TvIOagFeC9wpGzYZNiykE+ah4arA5lXNMtbZvkWJHbgAk8oi4KYuYEb6PHF5GsD/yiLoylB9ZLzjuFOj7xVcmQWtz1Y1sm/NWCie/Op6Cbw+kN3cZelr9rE3SnrkY8GojXBvj0DgVkxFlYqR3NjHM2lfkfRnF0RHGyhpBkITrSTY4VF2RkbL7uZ6pramY+2PxwqGNKqvd17OFuWw9vPr2XG4LI/knXe8OZtnbdIrMlE48SakW1/oueaFDma54/M7KcrUNAmNudZF9T+XAjlU+beBEETAcufnVJton8Xk1/QlFN0s01p6eS23dLn17jGSB08MSUehvU+msyHYHQly4ei3eW+a0hDBcJEXaICAG/ADq4Qgt5Rk8/YBlo70ID8Zf3xtMnQdGs2anzo8y11nW4cK3P7kYy6MM3KLNzifc93KY0DGntp4oZrgX5hAj3APpEjUJenaD8fzrHNXiv0WqFX48mDJVrgSe9F6fJKrfIchBnsNA7tNExdN7BCz/fjNF4L8wsT5u4UsL87RzR/rclrTb6XIq9fju9rkOegxDZnjCV+5FCLpZxD6trOvUr8PP68WYEypcD8qxm+ENwfh6ajOXozURWNqwyaecnNNJigb8hhholobJ9TUWuzb3ZombE3XdNPlpTSLH+AIj0yK00hLc/yHeqzIIz8MPEdJ46t51bIpf8b/uGlvJWXppiez9yQJ47DXO7z2E8S231uxbzjj+s/vJwzmWkK6tiOxW3PjXjCo4DGjhvcf+Bduo3/lWHcil2ND+EaxI/Yp/M/TnUwz6nKmi8t7VHmZ+Nvz3VTu2QmJbv6c45edguaGdz4PqCn24DI30AXCX5vJbK//vR8qNHLC98SX3+VWhK3bwU0L7sPm00ClBTmqksKngiFfrKZNa8ViNysWIh4S7vemmLdmkWyZbyjzaxEiRO0KDVB9JdWHOJgcnEA48eI4KHErtPezMvRZULDyE7SZNNmYG3iy7y3mXgs3Qxo6gfcccD3nXmJ7FKj4Z1ked5h0x3+05F33bEk+FmHuEhJWekAu7R0JM1rIRoB1+gX9Yusq7KgDE5oDgv6xlSda1d39o75Mk6ME2zVrH3hXOWBFt3/nc+9M7sfAAA=&quot;"/>
    <we:property name="isFiltersActionButtonVisible" value="false"/>
    <we:property name="isVisualContainerHeaderHidden" value="false"/>
    <we:property name="reportEmbeddedTime" value="&quot;2025-04-14T01:02:03.196Z&quot;"/>
    <we:property name="creatorTenantId" value="&quot;e202cd47-7a56-4baa-99e3-e3b71a7c77dd&quot;"/>
    <we:property name="creatorUserId" value="&quot;10032002729DFBEB&quot;"/>
    <we:property name="creatorSessionId" value="&quot;21b88ca1-2b1b-4a14-ac30-ffc5c737d581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</Words>
  <Application>Microsoft Macintosh PowerPoint</Application>
  <PresentationFormat>Widescreen</PresentationFormat>
  <Paragraphs>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Walmart Sales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Bongale, Sanjana Shailesh</dc:creator>
  <cp:lastModifiedBy>Bongale, Sanjana Shailesh</cp:lastModifiedBy>
  <cp:revision>2</cp:revision>
  <dcterms:created xsi:type="dcterms:W3CDTF">2025-04-14T01:00:42Z</dcterms:created>
  <dcterms:modified xsi:type="dcterms:W3CDTF">2025-04-14T01:10:51Z</dcterms:modified>
</cp:coreProperties>
</file>